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733" autoAdjust="0"/>
  </p:normalViewPr>
  <p:slideViewPr>
    <p:cSldViewPr snapToGrid="0">
      <p:cViewPr>
        <p:scale>
          <a:sx n="125" d="100"/>
          <a:sy n="125" d="100"/>
        </p:scale>
        <p:origin x="-484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D981-8B8F-2635-8B93-9DE72A0F8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AC7724-0C46-4A38-B3C6-F69F2CCCC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537DF5-8C68-3128-E83A-45F6CEE1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455149-FFA3-B447-F971-38196D52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36585-3EB1-2F6F-62BC-86B861BD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037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87D7B-A7EC-A325-01D3-A773B9D2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E02AB4-8BBD-9918-4541-39D46EA21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6B7AA2-D6A2-E4B7-AD40-6C286626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B278B8-D20F-04BA-D627-D9B798DA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C71EAF-ABDC-7C2D-4FC5-C0FECE8D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70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14041-01CF-CBB6-075B-E41AE0CB1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C5AF63-FDBF-F4BA-B8D0-5B4884FDC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00D8B8-ABD1-4DE9-949A-17017A58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D43722-42F7-F3C0-6978-DF141DAC6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7D5F9B-3089-DD14-09CD-0AE1DDAA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526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E43D2-C6F3-7502-7F12-8DB01224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8E08CF-C567-4051-F82E-ABD1F3A99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5AC562-BC2C-6E1D-A4A9-AE532B479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15ACD1-9938-1F78-945E-29E8B304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15A0C2-B12B-F8C1-A433-81FD854E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B363D-E427-3D20-7C27-49E391AC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15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472A1-0FD1-69EC-230E-E4060B71E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388240-9480-E8EF-71CC-DFB569288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5C74A0-E119-7397-33EA-45DE60877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9FACD1-8CF4-EE62-3AB8-6A61946FF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2553B8-0AE1-BF85-FDF1-13C8E95D1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A3D16E-A2CA-0E50-CD75-4A98F092D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6BC27E-2A36-A0E3-80B9-9EC5F4A5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E0A4FC7-B902-A391-8338-E0411A85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74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B42D4-4E00-88CD-B7DB-22C2806A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373D43-647D-4D21-02D8-D8F8C037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EA9A8A-2D02-AD36-36A0-F1EDB6F6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7D3677-41AA-3CBE-941C-F51ACAD2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0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05E1EE-C768-D7D1-1434-4C8432E93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75D692-8ED7-DE26-7BA6-812C5C82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0199ED-047A-17B2-104A-164FFE837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98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5AE9A-FB1C-6462-82EC-B9DA28E2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68C744-3BBC-89D2-3E36-2528BB706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73FB7B-7679-2EC2-2536-4092A0D23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95054A-B6D8-3058-2401-2FFAD38AA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8E4A49-F6AC-58BC-C9C7-A6D0AF3E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7201B7-CD96-681E-E11B-D76A1D20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263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48F81-0237-0D1D-99A9-AF16A4A03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05CDCA-1C24-C3F5-167E-896B2092C3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ACD50C-5AAC-65F8-FBEB-9C251E803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7C706E-370A-5664-5F5C-EA6779C0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E3C793-C63A-BC54-A3AB-9E05D4DC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BDEFDA-4006-9A77-258E-E00C3B174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040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83503-0ABE-8E81-9135-7BC5C945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7233EB-496F-D333-6613-A779E5EF3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1D966-BCDA-8529-EA00-4FDFD7FF1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300887-B983-2307-1163-5018128A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2B18BE-313C-BA77-AB93-743E2FE5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15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DBF280-FD3E-4720-4529-84E4DB04E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FD4583-BD62-086E-1D14-626A4327F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DDD172-1583-6A54-ACD2-4BE17CC4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F370B2-173A-3B63-1953-47CAC2DA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21E50-58A0-6661-AA7C-62E462EF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32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A9CA81-CEE8-8D1D-7545-5D8BE0C24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ADA215-6A4C-B72B-14DA-E542CC61F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36C53B-C62C-A404-C4EA-5F6539790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3906D-1891-4586-B870-EEF164FA2846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E70CB-B3DE-E914-12DB-B03CF87A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0A0C25-6407-8ED6-D42C-EECD6FB60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27674-8946-44A7-A9B7-B19117634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49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AB3D3CA-32F1-4ED3-C148-24F07725DC62}"/>
              </a:ext>
            </a:extLst>
          </p:cNvPr>
          <p:cNvSpPr/>
          <p:nvPr/>
        </p:nvSpPr>
        <p:spPr>
          <a:xfrm>
            <a:off x="3213056" y="2502705"/>
            <a:ext cx="2266394" cy="126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/>
              <a:t>tail</a:t>
            </a:r>
            <a:endParaRPr lang="zh-CN" altLang="en-US" sz="11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B375F16-C101-EF3D-7BEB-1CD980C1B82B}"/>
              </a:ext>
            </a:extLst>
          </p:cNvPr>
          <p:cNvSpPr/>
          <p:nvPr/>
        </p:nvSpPr>
        <p:spPr>
          <a:xfrm rot="16200000">
            <a:off x="2592152" y="3005310"/>
            <a:ext cx="741970" cy="1731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/>
              <a:t>tail</a:t>
            </a:r>
            <a:endParaRPr lang="zh-CN" altLang="en-US" sz="11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27782B-480A-160F-98E1-AF1B7DDAE1C3}"/>
              </a:ext>
            </a:extLst>
          </p:cNvPr>
          <p:cNvSpPr/>
          <p:nvPr/>
        </p:nvSpPr>
        <p:spPr>
          <a:xfrm>
            <a:off x="3218984" y="1856419"/>
            <a:ext cx="2259981" cy="64677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AD47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9DB6CB-763D-0152-FA0A-9C19BB7FB1B7}"/>
              </a:ext>
            </a:extLst>
          </p:cNvPr>
          <p:cNvSpPr txBox="1"/>
          <p:nvPr/>
        </p:nvSpPr>
        <p:spPr>
          <a:xfrm>
            <a:off x="1256924" y="290721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Q_block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7EB4C2-1DB3-9D73-BB36-471765577AC5}"/>
              </a:ext>
            </a:extLst>
          </p:cNvPr>
          <p:cNvSpPr txBox="1"/>
          <p:nvPr/>
        </p:nvSpPr>
        <p:spPr>
          <a:xfrm>
            <a:off x="4248615" y="12693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208E87-6EA6-A398-D949-34921379FDCB}"/>
              </a:ext>
            </a:extLst>
          </p:cNvPr>
          <p:cNvSpPr txBox="1"/>
          <p:nvPr/>
        </p:nvSpPr>
        <p:spPr>
          <a:xfrm>
            <a:off x="6556583" y="205420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26ED0F-6899-67A3-B8EE-FD3ACE6B30A1}"/>
              </a:ext>
            </a:extLst>
          </p:cNvPr>
          <p:cNvSpPr/>
          <p:nvPr/>
        </p:nvSpPr>
        <p:spPr>
          <a:xfrm>
            <a:off x="3218985" y="2720899"/>
            <a:ext cx="2259981" cy="741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acc_s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796216-DEEF-E0CF-027F-F39223366513}"/>
              </a:ext>
            </a:extLst>
          </p:cNvPr>
          <p:cNvSpPr/>
          <p:nvPr/>
        </p:nvSpPr>
        <p:spPr>
          <a:xfrm>
            <a:off x="3218984" y="1856419"/>
            <a:ext cx="2259981" cy="3229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82C388-8440-056E-3E2E-4C0225CDF9B1}"/>
              </a:ext>
            </a:extLst>
          </p:cNvPr>
          <p:cNvSpPr/>
          <p:nvPr/>
        </p:nvSpPr>
        <p:spPr>
          <a:xfrm>
            <a:off x="3218984" y="1856419"/>
            <a:ext cx="597366" cy="7724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C4812B-70E5-1170-7412-13B89DDCF9F0}"/>
              </a:ext>
            </a:extLst>
          </p:cNvPr>
          <p:cNvSpPr/>
          <p:nvPr/>
        </p:nvSpPr>
        <p:spPr>
          <a:xfrm>
            <a:off x="3822519" y="1855934"/>
            <a:ext cx="597366" cy="77248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E8D3F1-3B55-B317-7E5B-D5C77C9F400E}"/>
              </a:ext>
            </a:extLst>
          </p:cNvPr>
          <p:cNvSpPr/>
          <p:nvPr/>
        </p:nvSpPr>
        <p:spPr>
          <a:xfrm>
            <a:off x="4426054" y="1855934"/>
            <a:ext cx="597366" cy="7724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CBA5ED-7FD7-E9AF-53BD-E4F5CEE13CC1}"/>
              </a:ext>
            </a:extLst>
          </p:cNvPr>
          <p:cNvSpPr/>
          <p:nvPr/>
        </p:nvSpPr>
        <p:spPr>
          <a:xfrm>
            <a:off x="5029947" y="1855934"/>
            <a:ext cx="597366" cy="77296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C07AA4-E479-6016-6B2D-94F13CF3E613}"/>
              </a:ext>
            </a:extLst>
          </p:cNvPr>
          <p:cNvSpPr/>
          <p:nvPr/>
        </p:nvSpPr>
        <p:spPr>
          <a:xfrm rot="16200000">
            <a:off x="2353842" y="2929951"/>
            <a:ext cx="741970" cy="3238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70AD47"/>
                </a:solidFill>
              </a:rPr>
              <a:t>q_l</a:t>
            </a:r>
            <a:endParaRPr lang="zh-CN" altLang="en-US">
              <a:solidFill>
                <a:srgbClr val="70AD47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E4B4A3-3B36-07B5-1CBD-7C9819DC936B}"/>
              </a:ext>
            </a:extLst>
          </p:cNvPr>
          <p:cNvSpPr/>
          <p:nvPr/>
        </p:nvSpPr>
        <p:spPr>
          <a:xfrm rot="16200000">
            <a:off x="2030456" y="2930434"/>
            <a:ext cx="741970" cy="3229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q_r</a:t>
            </a:r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98F4756-917D-886B-CA4E-D77B86C18AB9}"/>
              </a:ext>
            </a:extLst>
          </p:cNvPr>
          <p:cNvGrpSpPr/>
          <p:nvPr/>
        </p:nvGrpSpPr>
        <p:grpSpPr>
          <a:xfrm rot="10800000">
            <a:off x="6389167" y="2423532"/>
            <a:ext cx="646771" cy="2316768"/>
            <a:chOff x="2246885" y="2720899"/>
            <a:chExt cx="646771" cy="2259981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F52C966-B63F-9D84-F1BF-D9627F2FEF66}"/>
                </a:ext>
              </a:extLst>
            </p:cNvPr>
            <p:cNvSpPr/>
            <p:nvPr/>
          </p:nvSpPr>
          <p:spPr>
            <a:xfrm rot="5400000">
              <a:off x="1440280" y="3527504"/>
              <a:ext cx="2259981" cy="64677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70AD47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266FFA4-1B71-00A7-8119-7B81368D544D}"/>
                </a:ext>
              </a:extLst>
            </p:cNvPr>
            <p:cNvSpPr/>
            <p:nvPr/>
          </p:nvSpPr>
          <p:spPr>
            <a:xfrm rot="5400000">
              <a:off x="1595320" y="3689439"/>
              <a:ext cx="2259981" cy="32290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00693BDD-2832-4AF4-F6E6-AF39D7B2B330}"/>
              </a:ext>
            </a:extLst>
          </p:cNvPr>
          <p:cNvSpPr/>
          <p:nvPr/>
        </p:nvSpPr>
        <p:spPr>
          <a:xfrm>
            <a:off x="6744151" y="1130660"/>
            <a:ext cx="597366" cy="6467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FD3274-6C18-7FC7-448A-12B4A095DF84}"/>
              </a:ext>
            </a:extLst>
          </p:cNvPr>
          <p:cNvSpPr txBox="1"/>
          <p:nvPr/>
        </p:nvSpPr>
        <p:spPr>
          <a:xfrm>
            <a:off x="6718964" y="1296381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WG0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C3C7FF9-0B43-4793-7358-B80A1DAC9F11}"/>
              </a:ext>
            </a:extLst>
          </p:cNvPr>
          <p:cNvSpPr/>
          <p:nvPr/>
        </p:nvSpPr>
        <p:spPr>
          <a:xfrm>
            <a:off x="7484985" y="1130660"/>
            <a:ext cx="597366" cy="64677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411BCF5-BA64-3F75-67CB-0390AF4627C7}"/>
              </a:ext>
            </a:extLst>
          </p:cNvPr>
          <p:cNvSpPr txBox="1"/>
          <p:nvPr/>
        </p:nvSpPr>
        <p:spPr>
          <a:xfrm>
            <a:off x="7459798" y="1296381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WG1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22A4BE5-3005-0C16-D529-17AD4D1A8C37}"/>
              </a:ext>
            </a:extLst>
          </p:cNvPr>
          <p:cNvSpPr/>
          <p:nvPr/>
        </p:nvSpPr>
        <p:spPr>
          <a:xfrm>
            <a:off x="6395577" y="2423532"/>
            <a:ext cx="317459" cy="23167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456514-BD38-E1BC-543C-656061E9AA34}"/>
              </a:ext>
            </a:extLst>
          </p:cNvPr>
          <p:cNvSpPr/>
          <p:nvPr/>
        </p:nvSpPr>
        <p:spPr>
          <a:xfrm>
            <a:off x="6713036" y="2423532"/>
            <a:ext cx="325730" cy="231676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501F6C5-6E6B-B4CB-39BC-E88394BB3A42}"/>
              </a:ext>
            </a:extLst>
          </p:cNvPr>
          <p:cNvSpPr/>
          <p:nvPr/>
        </p:nvSpPr>
        <p:spPr>
          <a:xfrm>
            <a:off x="1599404" y="1071265"/>
            <a:ext cx="337034" cy="3229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</a:t>
            </a: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C492788-A97D-1BB9-2653-A8E5A611AEE0}"/>
              </a:ext>
            </a:extLst>
          </p:cNvPr>
          <p:cNvSpPr/>
          <p:nvPr/>
        </p:nvSpPr>
        <p:spPr>
          <a:xfrm>
            <a:off x="2065985" y="1071265"/>
            <a:ext cx="337034" cy="32290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70AD47"/>
                </a:solidFill>
              </a:rPr>
              <a:t>L</a:t>
            </a:r>
            <a:endParaRPr lang="zh-CN" altLang="en-US">
              <a:solidFill>
                <a:srgbClr val="70AD47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F5F9536-6CF1-3271-1219-A3A358963814}"/>
              </a:ext>
            </a:extLst>
          </p:cNvPr>
          <p:cNvSpPr/>
          <p:nvPr/>
        </p:nvSpPr>
        <p:spPr>
          <a:xfrm>
            <a:off x="3213056" y="2720898"/>
            <a:ext cx="597366" cy="7419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76CF65C-D12F-D73A-A66C-7878BEFEBEAE}"/>
              </a:ext>
            </a:extLst>
          </p:cNvPr>
          <p:cNvSpPr/>
          <p:nvPr/>
        </p:nvSpPr>
        <p:spPr>
          <a:xfrm>
            <a:off x="3822519" y="2720897"/>
            <a:ext cx="597366" cy="74197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508BFDA-ECC6-03DA-079A-583CE2F501C2}"/>
              </a:ext>
            </a:extLst>
          </p:cNvPr>
          <p:cNvSpPr txBox="1"/>
          <p:nvPr/>
        </p:nvSpPr>
        <p:spPr>
          <a:xfrm>
            <a:off x="7651466" y="277702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O</a:t>
            </a:r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2E16B1-686E-59D1-76C0-EB34112D5E8A}"/>
              </a:ext>
            </a:extLst>
          </p:cNvPr>
          <p:cNvSpPr txBox="1"/>
          <p:nvPr/>
        </p:nvSpPr>
        <p:spPr>
          <a:xfrm>
            <a:off x="3223038" y="351045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O_0</a:t>
            </a:r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8A3DAAE-6568-1F3E-BFB5-5A2A841CD50F}"/>
              </a:ext>
            </a:extLst>
          </p:cNvPr>
          <p:cNvSpPr txBox="1"/>
          <p:nvPr/>
        </p:nvSpPr>
        <p:spPr>
          <a:xfrm>
            <a:off x="3833981" y="351045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O_1</a:t>
            </a:r>
            <a:endParaRPr lang="zh-CN" altLang="en-US"/>
          </a:p>
        </p:txBody>
      </p:sp>
      <p:sp>
        <p:nvSpPr>
          <p:cNvPr id="48" name="箭头: 左弧形 47">
            <a:extLst>
              <a:ext uri="{FF2B5EF4-FFF2-40B4-BE49-F238E27FC236}">
                <a16:creationId xmlns:a16="http://schemas.microsoft.com/office/drawing/2014/main" id="{4AB297B4-3D6D-7382-FA83-D36F713B628B}"/>
              </a:ext>
            </a:extLst>
          </p:cNvPr>
          <p:cNvSpPr/>
          <p:nvPr/>
        </p:nvSpPr>
        <p:spPr>
          <a:xfrm rot="16200000">
            <a:off x="3715855" y="3964638"/>
            <a:ext cx="236253" cy="752475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4A00539-A63E-DC86-207C-B8C0EBE17A2B}"/>
              </a:ext>
            </a:extLst>
          </p:cNvPr>
          <p:cNvSpPr txBox="1"/>
          <p:nvPr/>
        </p:nvSpPr>
        <p:spPr>
          <a:xfrm>
            <a:off x="3644666" y="4354734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</a:t>
            </a:r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45B0DE2-5EF8-91A4-D879-49645DAEB4C7}"/>
              </a:ext>
            </a:extLst>
          </p:cNvPr>
          <p:cNvSpPr/>
          <p:nvPr/>
        </p:nvSpPr>
        <p:spPr>
          <a:xfrm>
            <a:off x="3275530" y="3839947"/>
            <a:ext cx="240050" cy="149225"/>
          </a:xfrm>
          <a:prstGeom prst="rect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703B3B9-E69D-1C35-AE71-D85E361103F9}"/>
              </a:ext>
            </a:extLst>
          </p:cNvPr>
          <p:cNvSpPr/>
          <p:nvPr/>
        </p:nvSpPr>
        <p:spPr>
          <a:xfrm>
            <a:off x="3524641" y="3995392"/>
            <a:ext cx="240050" cy="1492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10D7AF7-0933-4985-111F-0C3DC0B6BD23}"/>
              </a:ext>
            </a:extLst>
          </p:cNvPr>
          <p:cNvSpPr/>
          <p:nvPr/>
        </p:nvSpPr>
        <p:spPr>
          <a:xfrm>
            <a:off x="3929558" y="3995392"/>
            <a:ext cx="240050" cy="1492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BF5965A-FF24-9A07-C11D-56A2C7492E2E}"/>
              </a:ext>
            </a:extLst>
          </p:cNvPr>
          <p:cNvSpPr/>
          <p:nvPr/>
        </p:nvSpPr>
        <p:spPr>
          <a:xfrm>
            <a:off x="4176018" y="4148136"/>
            <a:ext cx="240050" cy="1492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D1A20F3-0B56-51AB-D4DC-E47EF5027482}"/>
              </a:ext>
            </a:extLst>
          </p:cNvPr>
          <p:cNvSpPr/>
          <p:nvPr/>
        </p:nvSpPr>
        <p:spPr>
          <a:xfrm rot="5400000">
            <a:off x="6393326" y="2366886"/>
            <a:ext cx="646771" cy="70167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B69A2AD-BC9C-76B9-D740-622CB809F9D0}"/>
              </a:ext>
            </a:extLst>
          </p:cNvPr>
          <p:cNvSpPr/>
          <p:nvPr/>
        </p:nvSpPr>
        <p:spPr>
          <a:xfrm rot="5400000">
            <a:off x="6393325" y="3041619"/>
            <a:ext cx="646771" cy="70167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59D15CA-90F7-54A8-655E-00BFB62368A2}"/>
              </a:ext>
            </a:extLst>
          </p:cNvPr>
          <p:cNvSpPr/>
          <p:nvPr/>
        </p:nvSpPr>
        <p:spPr>
          <a:xfrm>
            <a:off x="4581158" y="4150789"/>
            <a:ext cx="240050" cy="149225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8B077C7-088C-42D5-B4EC-2E82FA0B9C4A}"/>
              </a:ext>
            </a:extLst>
          </p:cNvPr>
          <p:cNvSpPr/>
          <p:nvPr/>
        </p:nvSpPr>
        <p:spPr>
          <a:xfrm>
            <a:off x="4830269" y="4306234"/>
            <a:ext cx="240050" cy="1492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1FD9305-C1FF-6589-3E10-0BD8BBB79E2D}"/>
              </a:ext>
            </a:extLst>
          </p:cNvPr>
          <p:cNvGrpSpPr/>
          <p:nvPr/>
        </p:nvGrpSpPr>
        <p:grpSpPr>
          <a:xfrm>
            <a:off x="7592054" y="3127323"/>
            <a:ext cx="478218" cy="149225"/>
            <a:chOff x="7579975" y="3091882"/>
            <a:chExt cx="478218" cy="14922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B7E223C-DB93-6D2F-AE0B-7001E466AE1A}"/>
                </a:ext>
              </a:extLst>
            </p:cNvPr>
            <p:cNvSpPr/>
            <p:nvPr/>
          </p:nvSpPr>
          <p:spPr>
            <a:xfrm>
              <a:off x="7579975" y="3091882"/>
              <a:ext cx="240050" cy="1492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B7CDEAA-FB0D-987E-CD93-204DB3607471}"/>
                </a:ext>
              </a:extLst>
            </p:cNvPr>
            <p:cNvSpPr/>
            <p:nvPr/>
          </p:nvSpPr>
          <p:spPr>
            <a:xfrm>
              <a:off x="7818143" y="3091882"/>
              <a:ext cx="240050" cy="1492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2414A364-EF5A-8277-4810-C84BA1C459F7}"/>
              </a:ext>
            </a:extLst>
          </p:cNvPr>
          <p:cNvSpPr/>
          <p:nvPr/>
        </p:nvSpPr>
        <p:spPr>
          <a:xfrm>
            <a:off x="3514491" y="3986971"/>
            <a:ext cx="258632" cy="16978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9A89E1-19F6-8828-B996-3E6F8C2A0855}"/>
              </a:ext>
            </a:extLst>
          </p:cNvPr>
          <p:cNvSpPr/>
          <p:nvPr/>
        </p:nvSpPr>
        <p:spPr>
          <a:xfrm>
            <a:off x="4166073" y="4137550"/>
            <a:ext cx="258632" cy="169785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C8379F8-45BB-0201-F674-2DC33CF45A42}"/>
              </a:ext>
            </a:extLst>
          </p:cNvPr>
          <p:cNvSpPr/>
          <p:nvPr/>
        </p:nvSpPr>
        <p:spPr>
          <a:xfrm>
            <a:off x="4819452" y="4297361"/>
            <a:ext cx="258632" cy="16978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2A3E14B-7626-CCEA-45DC-DE9E351AD273}"/>
              </a:ext>
            </a:extLst>
          </p:cNvPr>
          <p:cNvSpPr/>
          <p:nvPr/>
        </p:nvSpPr>
        <p:spPr>
          <a:xfrm>
            <a:off x="2859758" y="3835813"/>
            <a:ext cx="240050" cy="149225"/>
          </a:xfrm>
          <a:prstGeom prst="rect">
            <a:avLst/>
          </a:prstGeom>
          <a:solidFill>
            <a:schemeClr val="accent6">
              <a:lumMod val="60000"/>
              <a:lumOff val="40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FA200A1-485A-39CB-12E1-C476244DBFF1}"/>
              </a:ext>
            </a:extLst>
          </p:cNvPr>
          <p:cNvSpPr/>
          <p:nvPr/>
        </p:nvSpPr>
        <p:spPr>
          <a:xfrm>
            <a:off x="2847292" y="3821603"/>
            <a:ext cx="258632" cy="169785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8841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2B9F173563D262137946385CC850EB8CA3F5569928804C6FCCAD6E1E7F3C7D43" val="[{&quot;GradientColorId&quot;:&quot;&quot;,&quot;IsFree&quot;:true,&quot;IsGradient&quot;:false,&quot;ImagePath&quot;:&quot;&quot;,&quot;GradientColor&quot;:null,&quot;SimpleColor&quot;:&quot;#70AD47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28</Words>
  <Application>Microsoft Office PowerPoint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智晖 张</dc:creator>
  <cp:lastModifiedBy>智晖 张</cp:lastModifiedBy>
  <cp:revision>2</cp:revision>
  <dcterms:created xsi:type="dcterms:W3CDTF">2026-04-17T14:53:27Z</dcterms:created>
  <dcterms:modified xsi:type="dcterms:W3CDTF">2026-04-18T11:50:51Z</dcterms:modified>
</cp:coreProperties>
</file>