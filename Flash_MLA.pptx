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8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98D71-68C4-B39F-1198-10C774734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5D092B-8618-B79C-8C34-29F405BB4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A48F0B-60A2-8A9B-FAA4-61888684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1873E-B993-7AD7-33B8-EC26CB5D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35D6C-7C9B-62E3-8510-EF6766A9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74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65F0B-F50F-FF99-FEDB-08A3605B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88882-3817-911C-6FEC-60B11D59F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B8905C-7A52-BED1-EB4E-AADC2433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FB94A3-A128-8430-6FBB-6B668325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5853CF-075C-69F4-64F1-6AFBFFA2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73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E4BD4-5E51-EF1B-3300-93D95B3A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78AC37-1D63-DAAA-10C8-59EA7D5FE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D1BBA-2CE4-AA41-1785-4FE8E13A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B3847-6DAE-1A45-C685-BEFD4CF3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DE829-C178-4F50-5F96-EDC585DB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9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096D0-4DB1-D865-7791-4C078A49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E413C-4B27-429D-7770-F3BD11A0F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EFE36A-4A78-FD0C-C8BC-3884C52F2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885D8-E0CB-DB89-882F-CFEC6DB6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197FC8-2391-3A10-02BF-1481AF85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5C7213-C39E-136A-23FC-52105A10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70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89EC8-CEBA-7E7F-FE88-1838224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451B3F-7124-6E4B-6834-F081C6440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0DE04B-3BCE-5033-4AB7-533EFE56A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82D045-1F0D-5869-3C64-8DC415096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12D057-3DA7-233F-2BD5-5214018EC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B4285B-D578-2624-6043-61CBC080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D0D6FB3-9555-D251-345C-E15F9BBD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5FD80D-B75D-06BA-6F1E-7B72A8D1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5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45893-6B58-08A8-5ED8-4A1A9C48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B89AC2-50E2-63E1-90C0-ADA0C3F5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0C1D0A-71E4-977A-B513-25274D3A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FA46D-E455-F150-3D00-755070EC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0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34E68A-AF5F-3DC6-6090-E83D94B2E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A5DEB8-FD37-8730-C31A-256B54FC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B2AAFA-8BE4-E2DD-0E5D-4D90D6C1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3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FA61-679C-3F97-4DF2-7373FC3F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04260C-5AF2-5E3D-BFC3-1AE0ADB6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AB015B-7922-7123-F157-1C5AE063D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348397-4951-0C98-15A6-3F8EF0C0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49BC7D-0656-18F9-D5DC-E0B02018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3C431D-9E14-434E-D076-8C8D0258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81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17AA6-007C-39A4-1676-92C31564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76ACA6-4170-2874-8F48-6420B8658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964A3E-05E0-34D2-3177-778773D38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33643-CE7A-891F-6A61-E7B7BEAD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AC6787-7000-9C38-E0DB-0A6E91528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1AEAEB-C35A-2D09-F5E8-46EB5E94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0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7A3DD-CA34-F7BD-1840-EEEB25524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2494E9-57BF-2B24-0153-F34AA347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C0258D-BC3B-EB03-59FA-C2EEC6F17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B2269-F57A-9202-6B92-AF5F6623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224B9-38CA-5FE5-933F-560D9D6D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8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4AE943-007F-7E4D-85B6-447930F459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9F0949-3D4C-9785-1471-0EBE1D676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36A65-BCCF-5971-3898-BB684199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ECB55-1071-9CDC-FF44-868A51C3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F74F7-14EF-6B0A-46F7-89669F5E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15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A5DC31-62D1-CFF0-400E-7C3861CA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0CEB32-F8D5-C2BA-6B91-6178A1E8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1424A-6D76-709E-B42F-C4CA62ACC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56DF4-4FE9-4033-AD19-6CCC3E92264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C7BD0-2F7C-27B2-BF32-F87EC109B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674D6-422F-4F41-A567-99A77CC92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28C4F-03BA-42FC-9531-14CFA5D3F4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60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82EDDF3-AAFD-28EF-D347-85CA1B0FB2AF}"/>
              </a:ext>
            </a:extLst>
          </p:cNvPr>
          <p:cNvSpPr/>
          <p:nvPr/>
        </p:nvSpPr>
        <p:spPr>
          <a:xfrm>
            <a:off x="599490" y="1392133"/>
            <a:ext cx="2806022" cy="224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72BE74-1E5D-E59D-CFAE-EE43D799C0EB}"/>
              </a:ext>
            </a:extLst>
          </p:cNvPr>
          <p:cNvSpPr/>
          <p:nvPr/>
        </p:nvSpPr>
        <p:spPr>
          <a:xfrm>
            <a:off x="837397" y="1544532"/>
            <a:ext cx="1055167" cy="1885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k[0]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F66C51-9DF2-9847-9644-2FF2B1271881}"/>
              </a:ext>
            </a:extLst>
          </p:cNvPr>
          <p:cNvSpPr/>
          <p:nvPr/>
        </p:nvSpPr>
        <p:spPr>
          <a:xfrm>
            <a:off x="2130471" y="1544532"/>
            <a:ext cx="1055167" cy="18858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k[1]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C1545-CEB3-F47D-B487-296BE7CFD5C4}"/>
              </a:ext>
            </a:extLst>
          </p:cNvPr>
          <p:cNvSpPr/>
          <p:nvPr/>
        </p:nvSpPr>
        <p:spPr>
          <a:xfrm>
            <a:off x="-68580" y="4929994"/>
            <a:ext cx="320040" cy="297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F2FFD8-7C3A-08A5-8DFB-FF2C80B4F706}"/>
              </a:ext>
            </a:extLst>
          </p:cNvPr>
          <p:cNvSpPr/>
          <p:nvPr/>
        </p:nvSpPr>
        <p:spPr>
          <a:xfrm>
            <a:off x="297180" y="4929994"/>
            <a:ext cx="320040" cy="2971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2270CD-FCBF-5104-7B7C-ACACFF670A06}"/>
              </a:ext>
            </a:extLst>
          </p:cNvPr>
          <p:cNvSpPr/>
          <p:nvPr/>
        </p:nvSpPr>
        <p:spPr>
          <a:xfrm>
            <a:off x="662940" y="4929994"/>
            <a:ext cx="320040" cy="2971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EF64B1-B625-F82E-FBD1-5D80405EE5F0}"/>
              </a:ext>
            </a:extLst>
          </p:cNvPr>
          <p:cNvSpPr/>
          <p:nvPr/>
        </p:nvSpPr>
        <p:spPr>
          <a:xfrm>
            <a:off x="1028700" y="4929994"/>
            <a:ext cx="320040" cy="297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6CEB2B-64F7-CD0D-09EA-4D0572D30CE1}"/>
              </a:ext>
            </a:extLst>
          </p:cNvPr>
          <p:cNvSpPr/>
          <p:nvPr/>
        </p:nvSpPr>
        <p:spPr>
          <a:xfrm>
            <a:off x="1418193" y="4929994"/>
            <a:ext cx="320040" cy="297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82D2B0-6DFF-B082-908F-9C335C6163A9}"/>
              </a:ext>
            </a:extLst>
          </p:cNvPr>
          <p:cNvSpPr/>
          <p:nvPr/>
        </p:nvSpPr>
        <p:spPr>
          <a:xfrm>
            <a:off x="1783953" y="4929994"/>
            <a:ext cx="320040" cy="2971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B319D5-35FB-A5C8-57FD-3B7513F5D912}"/>
              </a:ext>
            </a:extLst>
          </p:cNvPr>
          <p:cNvSpPr/>
          <p:nvPr/>
        </p:nvSpPr>
        <p:spPr>
          <a:xfrm>
            <a:off x="2149713" y="4929994"/>
            <a:ext cx="320040" cy="2971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696F86-C72C-F6D4-ECB9-08B44ECE4B37}"/>
              </a:ext>
            </a:extLst>
          </p:cNvPr>
          <p:cNvSpPr/>
          <p:nvPr/>
        </p:nvSpPr>
        <p:spPr>
          <a:xfrm>
            <a:off x="2515473" y="4929994"/>
            <a:ext cx="320040" cy="297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F72F5034-8904-38E0-EDA0-E03BC0712C0C}"/>
              </a:ext>
            </a:extLst>
          </p:cNvPr>
          <p:cNvCxnSpPr>
            <a:stCxn id="7" idx="0"/>
            <a:endCxn id="9" idx="0"/>
          </p:cNvCxnSpPr>
          <p:nvPr/>
        </p:nvCxnSpPr>
        <p:spPr>
          <a:xfrm rot="5400000" flipH="1" flipV="1">
            <a:off x="457200" y="4564234"/>
            <a:ext cx="12700" cy="7315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CB9D754-0487-4FE3-394E-16B0A7640A26}"/>
              </a:ext>
            </a:extLst>
          </p:cNvPr>
          <p:cNvSpPr/>
          <p:nvPr/>
        </p:nvSpPr>
        <p:spPr>
          <a:xfrm>
            <a:off x="6355080" y="877782"/>
            <a:ext cx="312420" cy="133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57DDBB-1A9B-53EC-B304-6E8106DE4FED}"/>
              </a:ext>
            </a:extLst>
          </p:cNvPr>
          <p:cNvSpPr/>
          <p:nvPr/>
        </p:nvSpPr>
        <p:spPr>
          <a:xfrm>
            <a:off x="6812280" y="1520190"/>
            <a:ext cx="312420" cy="13335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0C1F75-AA9D-F717-1140-D1A1AC80134D}"/>
              </a:ext>
            </a:extLst>
          </p:cNvPr>
          <p:cNvSpPr/>
          <p:nvPr/>
        </p:nvSpPr>
        <p:spPr>
          <a:xfrm>
            <a:off x="6355080" y="229926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3F672E-42CC-F47F-8F15-A03CE5F6D9ED}"/>
              </a:ext>
            </a:extLst>
          </p:cNvPr>
          <p:cNvSpPr/>
          <p:nvPr/>
        </p:nvSpPr>
        <p:spPr>
          <a:xfrm>
            <a:off x="6812280" y="296601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F92B61-8617-DD98-0F14-DD823DBA2AB3}"/>
              </a:ext>
            </a:extLst>
          </p:cNvPr>
          <p:cNvSpPr/>
          <p:nvPr/>
        </p:nvSpPr>
        <p:spPr>
          <a:xfrm>
            <a:off x="6355080" y="3745084"/>
            <a:ext cx="312420" cy="13335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7076A5-B9BF-F0D2-EF49-3F38EBFCE8E6}"/>
              </a:ext>
            </a:extLst>
          </p:cNvPr>
          <p:cNvSpPr/>
          <p:nvPr/>
        </p:nvSpPr>
        <p:spPr>
          <a:xfrm>
            <a:off x="6812280" y="4411834"/>
            <a:ext cx="312420" cy="133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6D677E-B7D5-B652-32E7-F0014780F186}"/>
              </a:ext>
            </a:extLst>
          </p:cNvPr>
          <p:cNvSpPr/>
          <p:nvPr/>
        </p:nvSpPr>
        <p:spPr>
          <a:xfrm>
            <a:off x="6812280" y="74368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1565EB-DF31-93A5-AC0C-5A4F8A23C662}"/>
              </a:ext>
            </a:extLst>
          </p:cNvPr>
          <p:cNvSpPr/>
          <p:nvPr/>
        </p:nvSpPr>
        <p:spPr>
          <a:xfrm>
            <a:off x="6355080" y="-59238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F5F856-2F8C-7A93-7F90-AAFB93AE9B2A}"/>
              </a:ext>
            </a:extLst>
          </p:cNvPr>
          <p:cNvSpPr/>
          <p:nvPr/>
        </p:nvSpPr>
        <p:spPr>
          <a:xfrm>
            <a:off x="6736080" y="-822960"/>
            <a:ext cx="472440" cy="7010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6C0F57-8888-4F51-26FB-F392691CCE0F}"/>
              </a:ext>
            </a:extLst>
          </p:cNvPr>
          <p:cNvSpPr/>
          <p:nvPr/>
        </p:nvSpPr>
        <p:spPr>
          <a:xfrm>
            <a:off x="6256020" y="-822960"/>
            <a:ext cx="472440" cy="7010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6707CA7-432D-420F-8CAC-3163368C752D}"/>
              </a:ext>
            </a:extLst>
          </p:cNvPr>
          <p:cNvSpPr txBox="1"/>
          <p:nvPr/>
        </p:nvSpPr>
        <p:spPr>
          <a:xfrm>
            <a:off x="6217164" y="-100762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k[0]</a:t>
            </a:r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2FC4EDF-85C4-E241-5380-99E1FF0FC255}"/>
              </a:ext>
            </a:extLst>
          </p:cNvPr>
          <p:cNvSpPr txBox="1"/>
          <p:nvPr/>
        </p:nvSpPr>
        <p:spPr>
          <a:xfrm>
            <a:off x="6682362" y="-100762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k[1]</a:t>
            </a:r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708BFB6-6A26-F891-983C-19ED8921B9B1}"/>
              </a:ext>
            </a:extLst>
          </p:cNvPr>
          <p:cNvSpPr txBox="1"/>
          <p:nvPr/>
        </p:nvSpPr>
        <p:spPr>
          <a:xfrm>
            <a:off x="7200900" y="48425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6D44656-389C-CA5D-2966-A76433ACE3D0}"/>
              </a:ext>
            </a:extLst>
          </p:cNvPr>
          <p:cNvSpPr txBox="1"/>
          <p:nvPr/>
        </p:nvSpPr>
        <p:spPr>
          <a:xfrm>
            <a:off x="7208520" y="1943530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9318E74-614E-D938-99F1-A23F2F9D787D}"/>
              </a:ext>
            </a:extLst>
          </p:cNvPr>
          <p:cNvSpPr txBox="1"/>
          <p:nvPr/>
        </p:nvSpPr>
        <p:spPr>
          <a:xfrm>
            <a:off x="7200900" y="3520797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DA73B74-BDA8-0763-7996-99F5F148AB06}"/>
              </a:ext>
            </a:extLst>
          </p:cNvPr>
          <p:cNvSpPr txBox="1"/>
          <p:nvPr/>
        </p:nvSpPr>
        <p:spPr>
          <a:xfrm>
            <a:off x="7216140" y="4913398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ADE7C6A-C4BC-7E03-61C0-CB4A3042393A}"/>
              </a:ext>
            </a:extLst>
          </p:cNvPr>
          <p:cNvSpPr txBox="1"/>
          <p:nvPr/>
        </p:nvSpPr>
        <p:spPr>
          <a:xfrm>
            <a:off x="5234312" y="-18513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C6092E4-26D2-B331-0602-AEDA4C746FFD}"/>
              </a:ext>
            </a:extLst>
          </p:cNvPr>
          <p:cNvSpPr txBox="1"/>
          <p:nvPr/>
        </p:nvSpPr>
        <p:spPr>
          <a:xfrm>
            <a:off x="5027525" y="1207467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98DA020-A9DA-D48B-7448-46B5A7BAB75E}"/>
              </a:ext>
            </a:extLst>
          </p:cNvPr>
          <p:cNvSpPr txBox="1"/>
          <p:nvPr/>
        </p:nvSpPr>
        <p:spPr>
          <a:xfrm>
            <a:off x="5234312" y="276789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868880A-AF88-8BB0-30B8-6FF2F84E38F2}"/>
              </a:ext>
            </a:extLst>
          </p:cNvPr>
          <p:cNvSpPr txBox="1"/>
          <p:nvPr/>
        </p:nvSpPr>
        <p:spPr>
          <a:xfrm>
            <a:off x="5027525" y="4227168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8608361-B66D-DD40-49A9-1467B6DA5D3D}"/>
              </a:ext>
            </a:extLst>
          </p:cNvPr>
          <p:cNvCxnSpPr>
            <a:cxnSpLocks/>
          </p:cNvCxnSpPr>
          <p:nvPr/>
        </p:nvCxnSpPr>
        <p:spPr>
          <a:xfrm>
            <a:off x="5730240" y="808158"/>
            <a:ext cx="952122" cy="0"/>
          </a:xfrm>
          <a:prstGeom prst="line">
            <a:avLst/>
          </a:prstGeom>
          <a:ln w="412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4C81098-81BB-31CE-E7C4-DEA6EC860CE0}"/>
              </a:ext>
            </a:extLst>
          </p:cNvPr>
          <p:cNvCxnSpPr>
            <a:cxnSpLocks/>
          </p:cNvCxnSpPr>
          <p:nvPr/>
        </p:nvCxnSpPr>
        <p:spPr>
          <a:xfrm>
            <a:off x="6812280" y="1463478"/>
            <a:ext cx="952122" cy="0"/>
          </a:xfrm>
          <a:prstGeom prst="line">
            <a:avLst/>
          </a:prstGeom>
          <a:ln w="412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36AA78DF-9AFD-4F0B-9ADD-D237A2B3CBC9}"/>
              </a:ext>
            </a:extLst>
          </p:cNvPr>
          <p:cNvSpPr/>
          <p:nvPr/>
        </p:nvSpPr>
        <p:spPr>
          <a:xfrm>
            <a:off x="10102114" y="877782"/>
            <a:ext cx="312420" cy="133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AEA2A9C-DDDD-10B7-5F6A-7315007ABED6}"/>
              </a:ext>
            </a:extLst>
          </p:cNvPr>
          <p:cNvSpPr/>
          <p:nvPr/>
        </p:nvSpPr>
        <p:spPr>
          <a:xfrm>
            <a:off x="10559314" y="1520190"/>
            <a:ext cx="312420" cy="13335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</a:rPr>
              <a:t>0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8E0D7E5-5C4A-7CEE-36FE-E2D7214B2F7C}"/>
              </a:ext>
            </a:extLst>
          </p:cNvPr>
          <p:cNvSpPr/>
          <p:nvPr/>
        </p:nvSpPr>
        <p:spPr>
          <a:xfrm>
            <a:off x="10102114" y="229926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D85DF9-4324-A4EB-67E7-2B44EC528A14}"/>
              </a:ext>
            </a:extLst>
          </p:cNvPr>
          <p:cNvSpPr/>
          <p:nvPr/>
        </p:nvSpPr>
        <p:spPr>
          <a:xfrm>
            <a:off x="10559314" y="296601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CA10BB0-1ADF-6B3A-5F71-AA16C19CC4A2}"/>
              </a:ext>
            </a:extLst>
          </p:cNvPr>
          <p:cNvSpPr/>
          <p:nvPr/>
        </p:nvSpPr>
        <p:spPr>
          <a:xfrm>
            <a:off x="10102114" y="3745084"/>
            <a:ext cx="312420" cy="13335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D90384E-4CEA-3675-A06D-9F97C5154E05}"/>
              </a:ext>
            </a:extLst>
          </p:cNvPr>
          <p:cNvSpPr/>
          <p:nvPr/>
        </p:nvSpPr>
        <p:spPr>
          <a:xfrm>
            <a:off x="10559314" y="4411834"/>
            <a:ext cx="312420" cy="13335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E180B3F-E9B1-2110-BD11-33A92B2FD63D}"/>
              </a:ext>
            </a:extLst>
          </p:cNvPr>
          <p:cNvSpPr/>
          <p:nvPr/>
        </p:nvSpPr>
        <p:spPr>
          <a:xfrm>
            <a:off x="10559314" y="74368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B39BA81-9C79-67FE-D4CC-8E93867126AF}"/>
              </a:ext>
            </a:extLst>
          </p:cNvPr>
          <p:cNvSpPr/>
          <p:nvPr/>
        </p:nvSpPr>
        <p:spPr>
          <a:xfrm>
            <a:off x="10102114" y="-592382"/>
            <a:ext cx="312420" cy="133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0785F9E-B876-AE2E-E10F-E9B765109507}"/>
              </a:ext>
            </a:extLst>
          </p:cNvPr>
          <p:cNvSpPr/>
          <p:nvPr/>
        </p:nvSpPr>
        <p:spPr>
          <a:xfrm>
            <a:off x="10483114" y="-822960"/>
            <a:ext cx="472440" cy="7010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A151516-3BA9-1463-03BD-6E676CDB15EF}"/>
              </a:ext>
            </a:extLst>
          </p:cNvPr>
          <p:cNvSpPr/>
          <p:nvPr/>
        </p:nvSpPr>
        <p:spPr>
          <a:xfrm>
            <a:off x="10003054" y="-822960"/>
            <a:ext cx="472440" cy="70104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6401F9B-6980-DF45-F3BE-9E8B970441C3}"/>
              </a:ext>
            </a:extLst>
          </p:cNvPr>
          <p:cNvSpPr txBox="1"/>
          <p:nvPr/>
        </p:nvSpPr>
        <p:spPr>
          <a:xfrm>
            <a:off x="9964198" y="-100762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k[0]</a:t>
            </a:r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475FF05-CE3E-FF32-C3E2-4F0F39350CFE}"/>
              </a:ext>
            </a:extLst>
          </p:cNvPr>
          <p:cNvSpPr txBox="1"/>
          <p:nvPr/>
        </p:nvSpPr>
        <p:spPr>
          <a:xfrm>
            <a:off x="10429396" y="-100762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k[1]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9577EA8-3029-6D8E-10C1-651530086967}"/>
              </a:ext>
            </a:extLst>
          </p:cNvPr>
          <p:cNvSpPr txBox="1"/>
          <p:nvPr/>
        </p:nvSpPr>
        <p:spPr>
          <a:xfrm>
            <a:off x="10947934" y="345412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CC8FA8D-7BAC-C2C2-0001-76634BF38E69}"/>
              </a:ext>
            </a:extLst>
          </p:cNvPr>
          <p:cNvSpPr txBox="1"/>
          <p:nvPr/>
        </p:nvSpPr>
        <p:spPr>
          <a:xfrm>
            <a:off x="10955554" y="4913398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A0E6ADB-04D4-24AE-4E8D-3DC20F5D36DA}"/>
              </a:ext>
            </a:extLst>
          </p:cNvPr>
          <p:cNvSpPr txBox="1"/>
          <p:nvPr/>
        </p:nvSpPr>
        <p:spPr>
          <a:xfrm>
            <a:off x="10964307" y="522519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A735678-0563-0AC8-D678-0AFACF185A57}"/>
              </a:ext>
            </a:extLst>
          </p:cNvPr>
          <p:cNvSpPr txBox="1"/>
          <p:nvPr/>
        </p:nvSpPr>
        <p:spPr>
          <a:xfrm>
            <a:off x="10979547" y="1915120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9791ADA-C978-4A08-2C9C-5CFE81372905}"/>
              </a:ext>
            </a:extLst>
          </p:cNvPr>
          <p:cNvSpPr txBox="1"/>
          <p:nvPr/>
        </p:nvSpPr>
        <p:spPr>
          <a:xfrm>
            <a:off x="8981346" y="-18513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E99C7CB-EA04-70BA-12BC-595D6389942A}"/>
              </a:ext>
            </a:extLst>
          </p:cNvPr>
          <p:cNvSpPr txBox="1"/>
          <p:nvPr/>
        </p:nvSpPr>
        <p:spPr>
          <a:xfrm>
            <a:off x="8774559" y="1207467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wg0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CF4944E-1F8B-70BF-F3D3-87486511717D}"/>
              </a:ext>
            </a:extLst>
          </p:cNvPr>
          <p:cNvSpPr txBox="1"/>
          <p:nvPr/>
        </p:nvSpPr>
        <p:spPr>
          <a:xfrm>
            <a:off x="8981346" y="2767892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</a:rPr>
              <a:t>load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57FEE7E-A345-D8D6-A77C-1AD403EB0B4A}"/>
              </a:ext>
            </a:extLst>
          </p:cNvPr>
          <p:cNvSpPr txBox="1"/>
          <p:nvPr/>
        </p:nvSpPr>
        <p:spPr>
          <a:xfrm>
            <a:off x="8774559" y="4227168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gemm</a:t>
            </a:r>
            <a:r>
              <a:rPr lang="en-US" altLang="zh-CN">
                <a:solidFill>
                  <a:srgbClr val="FF0000"/>
                </a:solidFill>
              </a:rPr>
              <a:t> wg1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355BA188-3574-DD54-0041-8A671671F42A}"/>
              </a:ext>
            </a:extLst>
          </p:cNvPr>
          <p:cNvCxnSpPr>
            <a:cxnSpLocks/>
          </p:cNvCxnSpPr>
          <p:nvPr/>
        </p:nvCxnSpPr>
        <p:spPr>
          <a:xfrm>
            <a:off x="9477274" y="808158"/>
            <a:ext cx="952122" cy="0"/>
          </a:xfrm>
          <a:prstGeom prst="line">
            <a:avLst/>
          </a:prstGeom>
          <a:ln w="412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EBFCE6B4-2B5A-A671-5F37-3992522EF9A4}"/>
              </a:ext>
            </a:extLst>
          </p:cNvPr>
          <p:cNvCxnSpPr>
            <a:cxnSpLocks/>
          </p:cNvCxnSpPr>
          <p:nvPr/>
        </p:nvCxnSpPr>
        <p:spPr>
          <a:xfrm>
            <a:off x="10559314" y="1463478"/>
            <a:ext cx="952122" cy="0"/>
          </a:xfrm>
          <a:prstGeom prst="line">
            <a:avLst/>
          </a:prstGeom>
          <a:ln w="412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970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智晖 张</dc:creator>
  <cp:lastModifiedBy>智晖 张</cp:lastModifiedBy>
  <cp:revision>1</cp:revision>
  <dcterms:created xsi:type="dcterms:W3CDTF">2026-03-30T10:08:32Z</dcterms:created>
  <dcterms:modified xsi:type="dcterms:W3CDTF">2026-03-30T10:08:32Z</dcterms:modified>
</cp:coreProperties>
</file>